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DFormerv2：用于RGBD语义分割的几何自注意力（GSA）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Bo-Wen Yin 等，南开大学 VCIP &amp; CS</a:t>
            </a:r>
          </a:p>
          <a:p>
            <a:r>
              <a:t>链接：arXiv:2504.04701</a:t>
            </a:r>
          </a:p>
          <a:p>
            <a:r>
              <a:t>与本仓库关系：在 DFormer 基础上，以深度为几何先验注入注意力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仅RGB在低光/过曝/遮挡等复杂场景性能下滑</a:t>
            </a:r>
          </a:p>
          <a:p>
            <a:pPr>
              <a:defRPr sz="2000"/>
            </a:pPr>
            <a:r>
              <a:t>传统RGB-D多为双编码器+融合，参数/算力重，未充分利用‘深度=几何’</a:t>
            </a:r>
          </a:p>
          <a:p>
            <a:pPr>
              <a:defRPr sz="2000"/>
            </a:pPr>
            <a:r>
              <a:t>问题：是否必须‘学习编码’深度？能否把深度直接作为几何先验？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方法概述（DFormerv2）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提出几何自注意力（GSA）：用深度+空间距离构造几何先验，直接调制注意力</a:t>
            </a:r>
          </a:p>
          <a:p>
            <a:pPr>
              <a:defRPr sz="2000"/>
            </a:pPr>
            <a:r>
              <a:t>轴向分解注意力：沿H/W轴分解，降低全局注意力复杂度</a:t>
            </a:r>
          </a:p>
          <a:p>
            <a:pPr>
              <a:defRPr sz="2000"/>
            </a:pPr>
            <a:r>
              <a:t>无需为深度单独建编码器或重融合模块，减少参数与计算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几何自注意力（GSA）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输入：RGB特征Q/K/V + 深度图 + token二维坐标</a:t>
            </a:r>
          </a:p>
          <a:p>
            <a:pPr>
              <a:defRPr sz="2000"/>
            </a:pPr>
            <a:r>
              <a:t>先验：基于token间深度差与空间距离，得到几何相关性（近/一致→权重大）</a:t>
            </a:r>
          </a:p>
          <a:p>
            <a:pPr>
              <a:defRPr sz="2000"/>
            </a:pPr>
            <a:r>
              <a:t>融合：对(QK^T/√d)进行加性/乘性调制，引导关注几何一致区域</a:t>
            </a:r>
          </a:p>
          <a:p>
            <a:pPr>
              <a:defRPr sz="2000"/>
            </a:pPr>
            <a:r>
              <a:t>区别：不同于窗口/局部/相对位置偏置，GSA由‘深度×空间’共同驱动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轴向分解注意力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将2D全局注意力近似为水平与垂直两个1D注意力</a:t>
            </a:r>
          </a:p>
          <a:p>
            <a:pPr>
              <a:defRPr sz="2000"/>
            </a:pPr>
            <a:r>
              <a:t>显著降低O(N^2)复杂度，兼顾全局建模与高效计算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与常见RGB-D方案对比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双编码器+融合：参数/算力重，忽略深度物理属性</a:t>
            </a:r>
          </a:p>
          <a:p>
            <a:pPr>
              <a:defRPr sz="2000"/>
            </a:pPr>
            <a:r>
              <a:t>统一编码器（如本仓库DFormer）：有效但仍需学习深度表示</a:t>
            </a:r>
          </a:p>
          <a:p>
            <a:pPr>
              <a:defRPr sz="2000"/>
            </a:pPr>
            <a:r>
              <a:t>DFormerv2（GSA）：深度作为几何先验直接注入注意力，更高效、更稳健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实验结果（论文报告）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基准：NYU Depth V2、SUN RGB-D、DELIVER</a:t>
            </a:r>
          </a:p>
          <a:p>
            <a:pPr>
              <a:defRPr sz="2000"/>
            </a:pPr>
            <a:r>
              <a:t>DFormerv2-B：NYUv2 mIoU≈57.7%，与强方法持平但算力约减半</a:t>
            </a:r>
          </a:p>
          <a:p>
            <a:pPr>
              <a:defRPr sz="2000"/>
            </a:pPr>
            <a:r>
              <a:t>DFormerv2-L：NYUv2 mIoU≈58.4%，参数≈95.5M</a:t>
            </a:r>
          </a:p>
          <a:p>
            <a:pPr>
              <a:defRPr sz="2000"/>
            </a:pPr>
            <a:r>
              <a:t>结论：更少参数/计算，达到或超过SOTA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工程落地到本仓库（建议）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在 models/ 增加 GSA 层，替换部分标准多头注意力</a:t>
            </a:r>
          </a:p>
          <a:p>
            <a:pPr>
              <a:defRPr sz="2000"/>
            </a:pPr>
            <a:r>
              <a:t>从 datasets/ 管线读取深度，对齐到特征分辨率；预计算空间距离先验</a:t>
            </a:r>
          </a:p>
          <a:p>
            <a:pPr>
              <a:defRPr sz="2000"/>
            </a:pPr>
            <a:r>
              <a:t>支持轴向分解与分块/稀疏，降低显存峰值；处理深度噪声/空洞</a:t>
            </a:r>
          </a:p>
          <a:p>
            <a:pPr>
              <a:defRPr sz="2000"/>
            </a:pPr>
            <a:r>
              <a:t>复用 mmseg 训练脚本；输出注意力热图到 test_visualizations/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消融与可视化（建议复现）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消融：无先验/仅先验/仅轴向/两者叠加；先验构造变体</a:t>
            </a:r>
          </a:p>
          <a:p>
            <a:pPr>
              <a:defRPr sz="2000"/>
            </a:pPr>
            <a:r>
              <a:t>可视化：GSA注意力热力图更聚焦几何一致区域与边界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局限与适用边界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对深度质量敏感：需掩码/插补/鲁棒处理</a:t>
            </a:r>
          </a:p>
          <a:p>
            <a:pPr>
              <a:defRPr sz="2000"/>
            </a:pPr>
            <a:r>
              <a:t>超高分辨率先验计算仍有开销：需要分块与轴向分解</a:t>
            </a:r>
          </a:p>
          <a:p>
            <a:pPr>
              <a:defRPr sz="2000"/>
            </a:pPr>
            <a:r>
              <a:t>纯RGB或深度缺失严重场景下需回退策略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结论与引用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DFormerv2以深度为几何先验直连注意力，辅以轴向分解，实现优质‘效能比’</a:t>
            </a:r>
          </a:p>
          <a:p>
            <a:pPr>
              <a:defRPr sz="2000"/>
            </a:pPr>
            <a:r>
              <a:t>对本仓库：最小侵入实现GSA并替换部分注意力层，训练管线基本不变</a:t>
            </a:r>
          </a:p>
          <a:p>
            <a:pPr>
              <a:defRPr sz="2000"/>
            </a:pPr>
            <a:r>
              <a:t>引用：[arXiv:2504.04701] https://arxiv.org/pdf/2504.04701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